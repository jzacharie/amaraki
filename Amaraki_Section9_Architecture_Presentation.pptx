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SECTION 9 // CLUSTER JO3 AI PLATFORM</a:t>
            </a:r>
          </a:p>
          <a:p>
            <a:pPr>
              <a:defRPr sz="5600" b="1">
                <a:solidFill>
                  <a:srgbClr val="F8FAFC"/>
                </a:solidFill>
              </a:defRPr>
            </a:pPr>
            <a:r>
              <a:t>AMARAKI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Chief Section 9 — Orchestrateur d'Agents IA &amp; Provisionneur K8s pour Slack</a:t>
            </a:r>
          </a:p>
          <a:p>
            <a:pPr>
              <a:spcBef>
                <a:spcPts val="2400"/>
              </a:spcBef>
              <a:defRPr sz="1500">
                <a:solidFill>
                  <a:srgbClr val="94A3B8"/>
                </a:solidFill>
              </a:defRPr>
            </a:pPr>
            <a:r>
              <a:t>Revue d'Architecture • Écosystème OpenCode • RAG Mnemosyne • Mémoire Git Wiki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Joseph Zacharie — Cluster jo3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Vision &amp; Genèse : Le Chef d'Orchestre Section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Origine &amp; Philosophie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Inspiration Ghost in the Shell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Inspiré du Chef Daisuke Aramaki, stratège impassible de la Section 9, qui coordonne des spécialistes autonomes sur le terrain.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Le Défi des Agents Décentralisés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Les assistants IA conversationnels traditionnels manquent d'ancrage opérationnel dans l'infrastructure et risquent de dériver.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Souveraineté &amp; Auto-Hébergement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Exécution 100% sur le cluster jo3, sans dépendance opaque externe pour la logique de commande, avec modèles locaux Llama-CPP / LiteLLM.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Interactivité Naturelle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Une interface unique : Slack (texte et messages vocaux), accessible sur mobile et desktop à tout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Objectifs &amp; Principes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Isolation Stricte (Zero Pollution)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Chaque tâche génère un Job K8s éphémère. Aucun état résiduel, aucune fuite mémoire entre deux missions.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Validation Humaine (Human-in-the-Loop)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 Chef confirme toujours l'action avant le déploiement sur le cluster, évitant les effets de bord indésirables.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Spécialisation des Pouvoirs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Chaque agent possède ses propres serveurs MCP, son outillage CLI (Python, Node, uv) et ses droits minimaux.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Capitalisation des Connaissances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Mémoire persistante partagée et versionnée sous forme de Wiki 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 Système &amp; Flux d'Exécution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Slack / Vocal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Message ou audio reçu</a:t>
            </a:r>
            <a:br/>
            <a:r>
              <a:t>via Slack Events API</a:t>
            </a:r>
            <a:br/>
            <a:r>
              <a:t>sur Traefik Ingress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Gatekeeper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Détection d'intention,</a:t>
            </a:r>
            <a:br/>
            <a:r>
              <a:t>transcription Whisper</a:t>
            </a:r>
            <a:br/>
            <a:r>
              <a:t>&amp; machine à états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3.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Confirmation humaine</a:t>
            </a:r>
            <a:br/>
            <a:r>
              <a:t>(HitL) avant lancement</a:t>
            </a:r>
            <a:br/>
            <a:r>
              <a:t>dans le thread Slack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4. K8s Provisioner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Création dynamique d'un</a:t>
            </a:r>
            <a:br/>
            <a:r>
              <a:t>Job Kubernetes éphémère</a:t>
            </a:r>
            <a:br/>
            <a:r>
              <a:t>avec ConfigMaps &amp;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5. OpenCode Exec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Exécution du prompt,</a:t>
            </a:r>
            <a:br/>
            <a:r>
              <a:t>serveurs MCP, skills &amp;</a:t>
            </a:r>
            <a:br/>
            <a:r>
              <a:t>mémoire Git Wiki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645920"/>
            <a:ext cx="1645920" cy="365760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828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6.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2377440"/>
            <a:ext cx="14264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Reconciliation K8s,</a:t>
            </a:r>
            <a:br/>
            <a:r>
              <a:t>restitution du résultat</a:t>
            </a:r>
            <a:br/>
            <a:r>
              <a:t>dans Slack &amp; télémétrie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Stack Technologique : Rust 2021 (Axum 0.7 + Tokio) • Kube-rs 0.90 • OpenCode CLI • Qdrant / TEI • Tracing OpenTelemetry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Le Cerveau Gatekeeper : Analyse, Vocal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Transcription Vocale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• Audio-to-Instruction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Interception des messages audio/vidéo Slack dans les canaux désignés.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Pipeline Whisper ASR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Téléchargement sécurisé avec jeton bot, conversion multipart et appel au endpoint compatible Whisper.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Zéro Frottement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Permet de piloter les agents en situation de mobilité par de simples mémos vocaux.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Routage d'Intention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• Ciblage Explicite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Préfixe direct : 'opencode-leclerc: ...', 'opencode-mail: ...', 'opencode-mnemosyne: ...'.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Analyse Sémantique Clés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Drapeaux sémantiques contextuels : 'courses' -&gt; Leclerc, 'urgence' -&gt; Mail, 'musique' -&gt; Deezer, 'wiki/doc' -&gt; Mnemosyne.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Résumé Synthétique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Formulation automatique d'une description synthétique de l'action envisagée.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Validation Humaine (HitL)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• Machine à États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State machine par fil Slack : PendingConfirmation -&gt; Confirmed -&gt; Spawned.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Contrôle des Ordres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Réponse attendue : 'oui', 'go', 'valide' pour déclencher. 'stop', 'annule' pour abandonner.</a:t>
            </a:r>
          </a:p>
          <a:p>
            <a:pPr>
              <a:spcBef>
                <a:spcPts val="1000"/>
              </a:spcBef>
              <a:defRPr b="1" sz="1400">
                <a:solidFill>
                  <a:srgbClr val="F8FAFC"/>
                </a:solidFill>
              </a:defRPr>
            </a:pPr>
            <a:r>
              <a:t>• Canaux VIP Directs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Possibilité d'auto-confirmation sur des canaux administratifs autorisés (#ai).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Provisioning K8s Natif : Isolation &amp; Cycle de Vie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Anatomie d'un Job Amaraki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Nomenclature Strictement Typée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Job nommé amaraki-&lt;agent_name&gt;-&lt;uuid4&gt;, traçable de bout en bout.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ConfigMaps Dynamiques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Déclarés via Helm, montés dans le Pod (/etc/agent/agent.json) pour paramétrer le modèle, les itérations et les variables.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runner Image Dédiée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Image de base ghcr.io/jzacharie/opencode avec runtime complet : Node.js LTS, uv, Python 3, Git, curl.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Placement Intellectuel (NodeSelector)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Épinglage explicite sur les nœuds amd64 du cluster jo3 pour garantir les performances.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Reconciliation Loop Asynchrone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Reconciler Rust en tâche de fond (toutes les 10s) pour capturer la fin d'exécution et renvoyer les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Sécurité &amp; Sandboxing Conteneur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Exécution Non-Root (UID 1000)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runAsNonRoot: true, runAsUser: 1000, fsGroup: 1000. Aucun accès root dans le conteneur.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Privilege Escalation Bloquée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allowPrivilegeEscalation: false et drop: ALL des capabilities Linux.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Sanitisation des Variables d'Env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Masquage automatique au démarrage des variables sensibles (*TOKEN*, *PASSWORD*, *SECRET*, *KEY*).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RBAC Restreint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Amaraki dispose d'un ServiceAccount avec droits limités aux Jobs, Pods/log et ConfigMaps dans son namespace.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Tolérance aux Pannes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TTL après fin de Job (ttlSecondsAfterFinished) pour nettoyer automatiquement les pods terminés.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Le Runner OpenCode : Orchestration In-Container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1. Génération de Configuration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Construction automatique de `~/.config/opencode/opencode.json` à partir des ConfigMaps : déclaration du modèle LLM, instructions système, timeouts et connecteurs.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9689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2. Support Multi-Providers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Routage natif transparent vers LiteLLM (litellm/), Strata (strata/) et Llama-CPP (llama-cpp/) avec baseURL et API Keys injectées dynamiquement.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3. Serveurs MCP Hybrides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Support des MCP distants (SSE HTTP sur le cluster K8s : Leclerc, OpenObserve, Buzz) et des serveurs MCP locaux (filesystem, git via uvx/npx).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6227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4. Installation Dynamique de Skills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Import à la volée des compétences via `skills.sh` (`npx -y skills add &lt;skill&gt;`) avant le lancement du prompt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85232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5. Isolation de l'Espace de Travail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Initialisation automatique d'un workspace Git dédié (`~/workspace`) pour que les outils de fichiers et de versioning opèrent proprement.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L'Écosystème des Agents Spécialisés Section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agent-code-reviewer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Revue de Code &amp;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Audit qualité, vérification des principes directeurs jo3, détection de bugs et conformité ADR.</a:t>
            </a:r>
          </a:p>
          <a:p>
            <a:pPr>
              <a:spcBef>
                <a:spcPts val="600"/>
              </a:spcBef>
              <a:defRPr sz="1000">
                <a:solidFill>
                  <a:srgbClr val="06B6D4"/>
                </a:solidFill>
              </a:defRPr>
            </a:pPr>
            <a:r>
              <a:t>⚙️ Modèle : llama-cpp / qwen3.8-27b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3736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opencode-mail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Urgences Mails &amp; Messagerie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Connexion sécurisée IMAP/Gmail, filtrage des urgences &lt;48h, synthèse concise et notifications Buzz.</a:t>
            </a:r>
          </a:p>
          <a:p>
            <a:pPr>
              <a:spcBef>
                <a:spcPts val="600"/>
              </a:spcBef>
              <a:defRPr sz="1000">
                <a:solidFill>
                  <a:srgbClr val="F59E0B"/>
                </a:solidFill>
              </a:defRPr>
            </a:pPr>
            <a:r>
              <a:t>⚙️ Modèle : llama-cpp / qwen3.8-27b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5448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73736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opencode-leclerc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14884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Courses &amp; Panier Leclerc Drive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Pilotage Chrome via MCP, consultation du panier, recherche catalogue, ajout et ajustement de commandes.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</a:defRPr>
            </a:pPr>
            <a:r>
              <a:t>⚙️ Modèle : llama-cpp / qwen3.8-27b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opencode-deezer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Musique &amp; Synchronisation USB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Interface avec M-Pacer, consultation des playlists Deezer, génération des manifestes de copie MP3.</a:t>
            </a:r>
          </a:p>
          <a:p>
            <a:pPr>
              <a:spcBef>
                <a:spcPts val="600"/>
              </a:spcBef>
              <a:defRPr sz="1000">
                <a:solidFill>
                  <a:srgbClr val="38BDF8"/>
                </a:solidFill>
              </a:defRPr>
            </a:pPr>
            <a:r>
              <a:t>⚙️ Modèle : llama-cpp / qwen3.8-27b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97764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416052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opencode-openobserve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57200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Observabilité &amp; SRE jo3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Fouille des streams de logs, métriques ai_code_metrics, analyse des traces OTLP et diagnostic d'incidents.</a:t>
            </a:r>
          </a:p>
          <a:p>
            <a:pPr>
              <a:spcBef>
                <a:spcPts val="600"/>
              </a:spcBef>
              <a:defRPr sz="1000">
                <a:solidFill>
                  <a:srgbClr val="06B6D4"/>
                </a:solidFill>
              </a:defRPr>
            </a:pPr>
            <a:r>
              <a:t>⚙️ Modèle : strata / qwen3.8-flash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977640"/>
            <a:ext cx="3456432" cy="22402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4160520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opencode-mnemosyne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4572000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Archiviste &amp; RAG Documentaire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Interrogation sémantique du lac documentaire, reranking TEI, synthèse sourcée et alimentation du Wiki.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</a:defRPr>
            </a:pPr>
            <a:r>
              <a:t>⚙️ Modèle : llama-cpp / qwen3.8-27b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Intégration RAG Mnemosyne : Savoir &amp;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Le Moteur Mnemosyne sur jo3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Moteur RAG Hybride Haute Performance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Écrit en Rust, déployé dans le namespace mnemosyne sur le nœud GPU vm168.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Recherche Vectorielle &amp; Dense (Qdrant)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Indexation sémantique avec modèle BAAI/bge-m3 via Text Embeddings Inference (TEI).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Filtrage &amp; Reranking de Précision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Combinaison Reciprocal Rank Fusion (RRF) pour garantir les chunks les plus pertinents.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API REST Légère &amp; Rapide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Exposition du point d'entrée POST /api/search consommé directement par les conteneurs Amaraki.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Indexation Enrichie par LLM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Les chunks contiennent le titre du document, le contexte global et le chunk spécifique pour un ancrage 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Utilisation par les Agents Amaraki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Variable MNEMOSYNE_URL Déclarée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Injectée automatiquement dans tous les Jobs (http://mnemosyne.mnemosyne.svc.cluster.local:8080).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Agent Dédié opencode-mnemosyne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Archiviste en chef capable de fouiller des centaines de documents et de produire une synthèse sourcée.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Augmentation de l'Agent Code Reviewer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Permet à l'agent de revue de consulter les spécifications d'architecture et les règles de codage jo3 en direct.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Citations &amp; Vérifiabilité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Obligation stricte faite aux agents de citer le document source et le chemin NFS (/data/nfs/...).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Zéro Hallucination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Ancrage factuel sur les données réelles du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Mémoire Persistante en Mode Git Wiki pour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Pourquoi un Wiki Git pour Agents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Transparence &amp; Audit Humain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Contrairement aux mémoires vectorielles opaques, les fichiers Markdown sont lisibles et éditables par Joseph dans GitHub.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Versioning Git Complet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Chaque commit retrace l'agent, le Job ID K8s et l'horodatage exact de l'apprentissage.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Partage Inter-Agents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Une procédure découverte par opencode-openobserve dans un playbook peut être lue immédiatement par agent-code-reviewer.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Zéro Dépendance Base de Données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Pas de serveur Redis ou PostgreSQL supplémentaire : Git est le socle de vérité universel.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Arborescence &amp; Automatisation GitOps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Structure normalisée ~/workspace/wiki :</a:t>
            </a:r>
            <a:br/>
            <a:r>
              <a:t>├── index.md                      # Sommaire &amp; table des matières</a:t>
            </a:r>
            <a:br/>
            <a:r>
              <a:t>├── agents/                       # Mémoires individuelles des agents</a:t>
            </a:r>
            <a:br/>
            <a:r>
              <a:t>│   ├── agent-code-reviewer/memory.md</a:t>
            </a:r>
            <a:br/>
            <a:r>
              <a:t>│   ├── opencode-mail/memory.md</a:t>
            </a:r>
            <a:br/>
            <a:r>
              <a:t>│   ├── opencode-leclerc/memory.md</a:t>
            </a:r>
            <a:br/>
            <a:r>
              <a:t>│   └── opencode-mnemosyne/memory.md</a:t>
            </a:r>
            <a:br/>
            <a:r>
              <a:t>├── playbooks/                    # Procédures et guides de secours</a:t>
            </a:r>
            <a:br/>
            <a:r>
              <a:t>│   ├── observability.md</a:t>
            </a:r>
            <a:br/>
            <a:r>
              <a:t>│   └── k8s-triage.md</a:t>
            </a:r>
            <a:br/>
            <a:r>
              <a:t>└── knowledge/                    # Connaissances globales du cluster</a:t>
            </a:r>
            <a:br/>
            <a:r>
              <a:t>    ├── architecture.md</a:t>
            </a:r>
            <a:br/>
            <a:r>
              <a:t>    └── secrets-management.md</a:t>
            </a:r>
            <a:br/>
            <a:br/>
            <a:r>
              <a:t>Cycle de Vie Automatisé :</a:t>
            </a:r>
            <a:br/>
            <a:r>
              <a:t>1. Clone / Pull sécurisé au lancement du conteneur</a:t>
            </a:r>
            <a:br/>
            <a:r>
              <a:t>2. Lecture du fichier memory.md par l'agent</a:t>
            </a:r>
            <a:br/>
            <a:r>
              <a:t>3. Enrichissement Markdown pendant la mission</a:t>
            </a:r>
            <a:br/>
            <a:r>
              <a:t>4. git commit &amp; push automatique à la sortie du Job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Observabilité, Télémétrie &amp; OpenObserve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Métriques 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Point d'accès /metrics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Exposition native au format Prometheus scrapé par le collector o2c du cluster.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amaraki_agents_spawned_total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Comptabilisation des lancements par agent, modèle et canal Slack.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amaraki_agent_duration_seconds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Histogramme de latence d'exécution complète des agents.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amaraki_agent_errors_total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Suivi des codes de sortie non nuls des conteneurs.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Traces OpenTelemetry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Pipeline OTLP gRPC/HTTP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Traces exportées vers OpenObserve (o2-openobserve.p.zacharie.org).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Contexte Distribué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Propagation du traceparent W3C entre la requête Slack, le webhook Axum et le Pod K8s.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Spans Granulaires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Mesure précise du temps de transcription Whisper, d'attente de validation et d'exécution OpenCode.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Corrélation Logs &amp; Traces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Navigation directe entre span ID et journaux de conteneur.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Tableaux de Bord OpenObserve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Stream antigravity_events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Journalisation unifiée des événements de cycle de vie des agents.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Stream ai_code_metrics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Évaluation continue de la qualité du code produit et taux de réussite des tests.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FinOps &amp; Tokens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Suivi précis de la consommation des tokens d'inférence (input/output/cache) par modèle.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Synchronisation GitOps v8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Dashboards OpenObserve synchronisés dans jo3/values/observability/.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Sécurité, Secrets &amp; Gouvernance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🔒 Gestion des Secrets via HashiCorp Vault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Aucun secret n'est commité dans Git. Les jetons (Slack, Gmail, GitHub, M-Pacer, Groq) sont scellés dans Vault (chemin secret/ai/amaraki).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9689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🔒 External Secrets Operator (ESO)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Synchronisation automatisée vers les Secrets Kubernetes natifs (amaraki-slack-credentials, amaraki-github-credentials, opencode-deezer-secret).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🔒 Masquage Strict des Journaux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L'audit d'environnement au lancement du Pod remplace automatiquement toute variable contenant TOKEN, SECRET, KEY ou PASSWORD par [REDACTED/MASKED].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6227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🔒 Authentification Dashboard &amp; APIs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Accès à l'interface web amaraki.p.zacharie.org protégé par cookie de session chiffré (amaraki_session) ou en-tête Authorization.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85232"/>
            <a:ext cx="10698480" cy="841248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🔒 Principe du Moindre Privilège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Conteneurs en lecture seule sur les ConfigMaps d'instructions, aucun droit d'écriture hors de ~/workspace, communication réseau interne cluster.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Déploiement GitOps sur le Cluster Kubernetes jo3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ArgoCD &amp; Topologie 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Application ArgoCD Déclarative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Déclarée dans jo3/Applications/ai/amaraki.yaml, rattachée au projet ai.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Sources Multiples ArgoCD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Helm chart hébergé sur helmscharts, fichiers de valeurs values/ai/amaraki/values.yaml et manifestes k8s annexes dans jo3.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Synchronisation Automatisée (Self-Heal)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Toute dérive est immédiatement réalignée par ArgoCD avec Prune et ServerSideApply.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Ingress Traefik &amp; Cert-Manager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Exposition sécurisée en HTTPS via amaraki.p.zacharie.org avec certificat Let's Encrypt automatique.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• Supervision Homepage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Intégration directe dans le portail d'accueil avec ping de santé /health.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Cycle CI/CD &amp; Build Conteneurs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GitHub Actions Automatisé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Build multi-stage Dockerfile à chaque push sur la branche main de Amaraki.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Compilation Rust Optimisée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Profil release avec LTO (Link-Time Optimization), strip des symboles pour une image binaire légère (&lt;25 Mo).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Publication GHCR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Images publiées sur ghcr.io/jzacharie/amaraki et image runner sur ghcr.io/jzacharie/opencode.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Tests Unitaires &amp; Linting Intégrés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Exécution automatique de cargo test et clippy avant chaque packaging de conteneur.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AMARAKI // SECTION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Roadmap Section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Bilan &amp; Acquis Majeurs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Pont Opérationnel Robuste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Slack est devenu un véritable terminal de contrôle intelligent pour l'ensemble du cluster.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Exécution Déterministe &amp; Isolée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Zéro collision d'état, nettoyage automatique des jobs éphémères.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RAG Mnemosyne Branché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Accès instantané à la base documentaire et aux règles d'architecture.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Mémoire Permanente Versionnée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Le Wiki Git pour agents offre une continuité cognitive unique et auditable.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Roadmap &amp; Perspectives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Orchestration Swarm Multi-Agents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Permettre à Amaraki de chaîner plusieurs agents sur une même mission (ex: Diagnostic SRE -&gt; Revue Code -&gt; Correction Git).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Serveurs MCP Dynamiques à Chaud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Découverte et activation de serveurs MCP à la volée depuis le catalogue jo3.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Benchmarking Automatisé de Modèles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Comparateur FinOps/Vitesse/Qualité entre Llama-CPP, LiteLLM et modèles cloud.</a:t>
            </a:r>
          </a:p>
          <a:p>
            <a:pPr>
              <a:spcBef>
                <a:spcPts val="1000"/>
              </a:spcBef>
              <a:defRPr b="1" sz="1350">
                <a:solidFill>
                  <a:srgbClr val="F8FAFC"/>
                </a:solidFill>
              </a:defRPr>
            </a:pPr>
            <a:r>
              <a:t>• Interface Web Interactive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Enrichissement du dashboard web pour visualiser les logs live en WebSocket et naviguer dans le Wiki mémoire.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